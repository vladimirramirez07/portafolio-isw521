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State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Patrón de Diseño en el Desarrollo de Software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759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Introducción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50021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desarrollo de software moderno, una de las mayores fuentes de complejidad es la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gestión del estado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una aplicación. Cuando una aplicación crece en tamaño y funcionalidad, coordinar los datos que cambian con el tiempo se vuelve un reto considerable.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patrón de diseño conocido como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State Management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surge como respuesta a este problema. Su objetivo es organizar, centralizar y controlar el flujo de datos dentro de una aplicación de manera predecible y estructurada.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3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¿Qué es el State Management?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54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Estado (State)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6971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estado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una aplicación es el conjunto de datos que describen la situación actual del sistema en un momento dado: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247033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usuario está autenticado o no.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lista de productos cargados en pantalla.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número de notificaciones pendientes.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tema visual seleccionado (oscuro o claro).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68542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State Management define...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2776" y="2193330"/>
            <a:ext cx="2507394" cy="18203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48780" y="240774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Dónde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48780" y="2892028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almacena el estado de la aplicación.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193330"/>
            <a:ext cx="2507394" cy="18203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45180" y="240774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Cómo se lee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9345180" y="2892028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accede a ese estado desde los componentes.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202708"/>
            <a:ext cx="2507394" cy="18203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8780" y="4417120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Cómo se modifica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648780" y="4901406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forma controlada y predecible.</a:t>
            </a:r>
            <a:endParaRPr lang="en-US" sz="14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9176" y="4202708"/>
            <a:ext cx="2507394" cy="18203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45180" y="4417120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Cómo se notifica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345180" y="4901406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los componentes cuando el estado cambia.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68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Conceptos Clave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546423"/>
            <a:ext cx="5342796" cy="2117229"/>
          </a:xfrm>
          <a:prstGeom prst="roundRect">
            <a:avLst>
              <a:gd name="adj" fmla="val 3691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855" y="1738809"/>
            <a:ext cx="558191" cy="558205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343" y="1892300"/>
            <a:ext cx="251116" cy="251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3855" y="2480171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2880717"/>
            <a:ext cx="49580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Contenedor central donde vive el estado global. Es la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fuente única de verdad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(single source of truth).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87424" y="1546423"/>
            <a:ext cx="5342796" cy="2117229"/>
          </a:xfrm>
          <a:prstGeom prst="roundRect">
            <a:avLst>
              <a:gd name="adj" fmla="val 3691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79804" y="1738809"/>
            <a:ext cx="558191" cy="558205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3292" y="1892300"/>
            <a:ext cx="251116" cy="2511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804" y="2480171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79804" y="2880717"/>
            <a:ext cx="49580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Instrucciones o eventos que indican que algo cambió, como "el usuario hizo login" o "se agregó un producto al carrito".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3846810"/>
            <a:ext cx="5342796" cy="2412504"/>
          </a:xfrm>
          <a:prstGeom prst="roundRect">
            <a:avLst>
              <a:gd name="adj" fmla="val 3239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3855" y="4039195"/>
            <a:ext cx="558191" cy="558205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343" y="4192687"/>
            <a:ext cx="251116" cy="2511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3855" y="4780558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Reducers / Mutaciones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3855" y="5181104"/>
            <a:ext cx="495803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Funciones puras que reciben el estado actual y una acción, y devuelven un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nuevo estado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Nunca modifican el estado directamente.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87424" y="3846810"/>
            <a:ext cx="5342796" cy="2412504"/>
          </a:xfrm>
          <a:prstGeom prst="roundRect">
            <a:avLst>
              <a:gd name="adj" fmla="val 3239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79804" y="4039195"/>
            <a:ext cx="558191" cy="558205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3292" y="4192687"/>
            <a:ext cx="251116" cy="2511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804" y="4780558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Selectors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79804" y="5181104"/>
            <a:ext cx="49580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Funciones que extraen partes específicas del estado para que un componente solo acceda a los datos que necesita.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Tipos de Estado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todo el estado en una aplicación es igual. Se puede clasificar en cuatro categorías principales: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787" y="3307060"/>
            <a:ext cx="2642725" cy="447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37340" y="3319760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local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337340" y="3514626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que solo interesan a un componente específico (por ejemplo, si un menú desplegable está abierto).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3845" y="3307060"/>
            <a:ext cx="2642725" cy="447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26398" y="3319760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global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026398" y="3514626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que múltiples componentes necesitan acceder (por ejemplo, el usuario autenticado).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4787" y="3823196"/>
            <a:ext cx="2642725" cy="447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37340" y="383589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del servidor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337340" y="4030762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provenientes de una API que se cachean localmente (React Query, SWR).</a:t>
            </a:r>
            <a:endParaRPr lang="en-US" sz="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3845" y="3823196"/>
            <a:ext cx="2642725" cy="4470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26398" y="383589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Estado de URL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9026398" y="4030762"/>
            <a:ext cx="25101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codificada en la URL de la página (página actual, filtros aplicados).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0968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5562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Analogía: El Tablero de un Aeropuerto</a:t>
            </a:r>
            <a:endParaRPr lang="en-US" sz="3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50120"/>
            <a:ext cx="812184" cy="11455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3157" y="1912541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 Tablero Central = Store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613157" y="2250083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Contiene toda la información actualizada sobre los vuelos. Es la fuente única de verdad para todos.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95699"/>
            <a:ext cx="812184" cy="11455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3157" y="305812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Pasajeros y Personal = Componentes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613157" y="339566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uno consulta el tablero para tomar decisiones, pero nadie lo modifica directamente.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041279"/>
            <a:ext cx="812184" cy="11455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13157" y="420370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Retraso de Vuelo = Action + Reducer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613157" y="454124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aerolínea envía un evento al sistema central, que procesa la acción y actualiza el tablero.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186859"/>
            <a:ext cx="812184" cy="11455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13157" y="534928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Actualización Automática = Notificación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1613157" y="5686822"/>
            <a:ext cx="534517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que dependen del tablero reciben la información actualizada automáticamente.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Ventajas del State Management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4856"/>
            <a:ext cx="3541822" cy="35419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13060" y="1446907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29779" y="1503759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Fuente única de verdad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29779" y="1906885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los componentes comparten el mismo estado.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3060" y="2444353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9779" y="2501205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Predecibilidad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29779" y="2904331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cambios de estado son trazables y controlados.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3060" y="344179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9779" y="3498652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Facilidad de depuración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9779" y="3901777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como Redux DevTools permiten inspeccionar cada cambio.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13060" y="443924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9779" y="4496098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9779" y="4899223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arquitectura soporta aplicaciones grandes sin perder orden.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13060" y="543669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9779" y="5493544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Separación de responsabilidades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29779" y="5896670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lógica de negocio se separa de la interfaz.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6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Desventajas del State Management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25278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Curva de aprendizaje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Conceptos como actions, reducers y stores pueden resultar complejos al inicio.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25278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📝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Código repetitivo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soluciones como Redux se escribe mucho código (boilerplate) por cada operación.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25278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24396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Sobreingeniería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284837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aplicaciones pequeñas puede ser innecesario y agregar complejidad sin beneficio real.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15905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37346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Configuración inicial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75881" y="478214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tiempo de configuración inicial del proyecto antes de poder desarrollar funcionalidades.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159052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25399">
            <a:solidFill>
              <a:srgbClr val="313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4708" y="4373463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📖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Legibilidad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404708" y="4782145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Puede dificultar la lectura del código si no se siguen buenas prácticas de organización.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08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¿Cuándo Usar (o No) State Management?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974949"/>
            <a:ext cx="5476043" cy="3782219"/>
          </a:xfrm>
          <a:prstGeom prst="roundRect">
            <a:avLst>
              <a:gd name="adj" fmla="val 3598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16396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Se recomienda cuando...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648248"/>
            <a:ext cx="509802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aplicación tiene múltiples vistas o pantallas que comparten datos.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Muchos componentes necesitan acceder o modificar el mismo estado.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aplicación maneja flujos de autenticación, permisos y roles de usuario.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requiere persistencia del estado entre sesiones o navegaciones.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16396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No es necesario cuando...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648248"/>
            <a:ext cx="5203794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de una sola pantalla con lógica simple.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Prototipos o pruebas de concepto de corta vida.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estado local de cada componente es suficiente para el caso de uso.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4202708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18256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489450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4419997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clave está en evaluar la complejidad real de la aplicación antes de adoptar una solución de State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Herramientas y Soluciones Populares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591" y="909538"/>
            <a:ext cx="8138512" cy="5986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6127" y="4473434"/>
            <a:ext cx="244543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Redux / RTK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516077" y="2897451"/>
            <a:ext cx="202155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Zustand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885427" y="4451696"/>
            <a:ext cx="182592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Pinia / Vuex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89974" y="5505974"/>
            <a:ext cx="171723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NgRx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614076" y="1717501"/>
            <a:ext cx="1499864" cy="6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 API / MobX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94918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herramienta responde a un ecosistema y nivel de complejidad diferente. La elección depende del framework utilizado, el tamaño del proyecto y las preferencias del equipo.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1825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352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Conclusión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60932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State Management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un patrón fundamental en el desarrollo de aplicaciones modernas. Elegir la estrategia correcta marca la diferencia entre un código mantenible y uno caótico.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729210"/>
            <a:ext cx="6296860" cy="3393480"/>
          </a:xfrm>
          <a:prstGeom prst="roundRect">
            <a:avLst>
              <a:gd name="adj" fmla="val 2339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735560"/>
            <a:ext cx="3142080" cy="1989237"/>
          </a:xfrm>
          <a:custGeom>
            <a:avLst/>
            <a:gdLst/>
            <a:ahLst/>
            <a:cxnLst/>
            <a:rect l="l" t="t" r="r" b="b"/>
            <a:pathLst>
              <a:path w="3142080" h="1989237">
                <a:moveTo>
                  <a:pt x="66156" y="0"/>
                </a:moveTo>
                <a:lnTo>
                  <a:pt x="3142080" y="0"/>
                </a:lnTo>
                <a:lnTo>
                  <a:pt x="3142080" y="1989237"/>
                </a:lnTo>
                <a:lnTo>
                  <a:pt x="0" y="1989237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292457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Evalúa la complejidad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333254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toda aplicación necesita un sistema complejo de gestión de estado.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2735560"/>
            <a:ext cx="3142080" cy="1989237"/>
          </a:xfrm>
          <a:custGeom>
            <a:avLst/>
            <a:gdLst/>
            <a:ahLst/>
            <a:cxnLst/>
            <a:rect l="l" t="t" r="r" b="b"/>
            <a:pathLst>
              <a:path w="3142080" h="1989237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989237"/>
                </a:lnTo>
                <a:lnTo>
                  <a:pt x="0" y="1989237"/>
                </a:lnTo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735560"/>
            <a:ext cx="25399" cy="1989237"/>
          </a:xfrm>
          <a:prstGeom prst="roundRect">
            <a:avLst>
              <a:gd name="adj" fmla="val 50001"/>
            </a:avLst>
          </a:prstGeom>
          <a:solidFill>
            <a:srgbClr val="313E80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2924572"/>
            <a:ext cx="276406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Elige la herramienta correcta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3628529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Redux, Zustand, Pinia, NgRx o Context API según el contexto del proyecto.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724797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hR="66158" wR="66156" stAng="0" swAng="5400000"/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182567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72479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313E80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491380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Aplica buenas prácticas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32249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separación de responsabilidades y la fuente única de verdad son principios clave.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2026-08-19T08:14:44Z</dcterms:created>
  <dcterms:modified xsi:type="dcterms:W3CDTF">2026-08-19T08:14:44Z</dcterms:modified>
</cp:coreProperties>
</file>